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D98BA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· AX전략팀  |  경영관리담당 협의용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0574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손익 구조와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AX 과제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C9C9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개념 → 계정 → 과제  ·  대외 공유용 — 경영 수치 마스킹본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52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2026. 07     ·     AX/데이터플랫폼실 AX전략팀     ·     v0.1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STEP 1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개념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본부 손익은 어떻게 구성되는가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640080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371600"/>
            <a:ext cx="45720" cy="640080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389888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 AX의 정의 — 사업 복잡도 증가에 따라 늘어나는 현재의 원가 구조를 AX로 해결하는 ‘수익구조 혁신’.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246120" cy="45720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228600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매출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852928"/>
            <a:ext cx="295351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HW (Device)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규모의 사업 · 매출차감 구조</a:t>
            </a:r>
            <a:endParaRPr lang="en-US" sz="1300" dirty="0"/>
          </a:p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질적성장 비공개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B2B · Non-HW(webOS) · D2C — 고마진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36008" y="2286000"/>
            <a:ext cx="3246120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4764024" y="228600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(−) 비용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36008" y="274320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2852928"/>
            <a:ext cx="295351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변동비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재료비 중심 — 복잡도가 원가를 밀어올림</a:t>
            </a:r>
            <a:endParaRPr lang="en-US" sz="1300" dirty="0"/>
          </a:p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고정비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인건비 · 광고비 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05088" y="2286000"/>
            <a:ext cx="3246120" cy="457200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16" name="Text 14"/>
          <p:cNvSpPr/>
          <p:nvPr/>
        </p:nvSpPr>
        <p:spPr>
          <a:xfrm>
            <a:off x="8833104" y="228600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(=) 영업이익  비공개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705088" y="274320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51392" y="2852928"/>
            <a:ext cx="295351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6월 실적 · 비공개억</a:t>
            </a:r>
            <a:endParaRPr lang="en-US" sz="1300" dirty="0"/>
          </a:p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종착점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시황에도 안정적으로 수익 내는 구조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1336" y="2651760"/>
            <a:ext cx="7863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−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900416" y="2651760"/>
            <a:ext cx="7863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=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66928" y="4754880"/>
            <a:ext cx="11055096" cy="566928"/>
          </a:xfrm>
          <a:prstGeom prst="rect">
            <a:avLst/>
          </a:prstGeom>
          <a:solidFill>
            <a:srgbClr val="FDF5F8"/>
          </a:solidFill>
          <a:ln w="12700">
            <a:solidFill>
              <a:srgbClr val="A50034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49808" y="4773168"/>
            <a:ext cx="10689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AX가 겨누는 지점 — 사업 복잡도가 올라가도 </a:t>
            </a:r>
            <a:pPr algn="l" indent="0" marL="0">
              <a:buNone/>
            </a:pPr>
            <a:r>
              <a:rPr lang="en-US" sz="13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원가(변동비)가 따라 오르지 않는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 구조. 매출 성장은 사업의 몫, AX의 ’26년 기여는 비용 측에 집중.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손익 구조와 AX 과제 · 협의용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STEP 2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계정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실제 손익 계정으로 펼치면 (본부 6월 실적)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08760"/>
          <a:ext cx="11055096" cy="914400"/>
        </p:xfrm>
        <a:graphic>
          <a:graphicData uri="http://schemas.openxmlformats.org/drawingml/2006/table">
            <a:tbl>
              <a:tblPr/>
              <a:tblGrid>
                <a:gridCol w="3095427"/>
                <a:gridCol w="1768815"/>
                <a:gridCol w="6190854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손익 계정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금액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비고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총매출 (Gross)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HW · 질적성장 (구성비 마스킹)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(−) 매출차감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 (가격성 판촉·Sell-out 지원·현금할인)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6B4F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= 순매출 (Net)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Top line / Bottom line 경계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(−) 재료비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 (총매출) / 비공개 (순매출)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(−) 변동 O/H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변동비 구성 (구성비 마스킹)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6B4F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= 한계이익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(−) 고정비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인건비·광고비·경시비·지급수수료·기타 (구성비 마스킹)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= 영업이익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DDDDD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94360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출처 = ’26. 7월 MS본부 경영회의 자료(6월 마감 기준). 단위 억원. Top line/Bottom line 경계는 순매출(Net). 매출차감(①)은 회계상 매출 차감이나 실질은 비용 통제 — 귀속 합의 필요.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손익 구조와 AX 과제 · 협의용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STEP 3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과제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계정마다 AX 과제를 건다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1055096" cy="914400"/>
        </p:xfrm>
        <a:graphic>
          <a:graphicData uri="http://schemas.openxmlformats.org/drawingml/2006/table">
            <a:tbl>
              <a:tblPr/>
              <a:tblGrid>
                <a:gridCol w="2100468"/>
                <a:gridCol w="1105510"/>
                <a:gridCol w="3979835"/>
                <a:gridCol w="1216061"/>
                <a:gridCol w="2653223"/>
              </a:tblGrid>
              <a:tr h="18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손익 계정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6월 실적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연결 AX 과제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’26 목표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주관 · 정합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매출구조 (Top line)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매출차감 (가격성)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① 판가·판촉·Mix — 유통재고·52주 판촉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경영관리 — 귀속 협의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질적성장 매출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5003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플랫폼 인벤토리·구독 (신규)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’27 확장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플랫폼사업센터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비용구조 — 변동비 (Bottom line)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재료비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③ 구매 CI — 법인간 재료비 差·구매 인텔리전스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경영관리·구매 — VI 정합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변동O/H · 물류비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약 700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5003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⑤ 재고·물동 E2E (신규 1순위)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비공개→↑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경영관리·SCM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변동O/H · 서비스비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약 140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⑥ 품질·서비스 — 자가진단 수리혁신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경영관리·CS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비용구조 — 고정비 / 신설 (Bottom line)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고정비 · 광고비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② 마케팅·CX — LOMA 광고비 (실측 1호)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경영관리·마케팅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고정비 · 개발/간접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—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④ 개발 CI — SW 생산성·테스트 자동화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경영관리 — 개발 VI 정합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고정비 · 스태프/간접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—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⑦ 전사 체질개선 — AI-Readable·AI Tool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소액 329건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AX실·인사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AI 운영비용 (신설)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신설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5003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투자 ROI 관리 (기준 협의)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(비용)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경영관리 — 계정 신설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합계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7대 과제 · 444건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A5003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비공개억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신뢰도 등급 별도(3장)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손익 구조와 AX 과제 · 협의용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참고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실행 관점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밸류체인으로 본 실행 구조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18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개발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구매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생산·SCM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마케팅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영업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품질·서비스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④ 개발 CI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③ 구매 CI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⑤ 재고·수율 E2E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비공개→공백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② 마케팅·CX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① 판가·판촉·Mix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⑥ 품질·서비스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PCB 검증 24H→2H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법인간 재료비 差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재고 E2E (신규)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LOMA 광고비(실측1호)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CPSI 유통재고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자가진단 수리혁신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설계·도면 자동생성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구매 인텔리전스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제조 수율 (신규)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콘텐츠 제작 자동화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52주 판촉계획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VOC 개선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테스트 자동화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원소재 도착가 시뮬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물동·물류비 (신규)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가격·RM (’27)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520440"/>
            <a:ext cx="11055096" cy="457200"/>
          </a:xfrm>
          <a:prstGeom prst="rect">
            <a:avLst/>
          </a:prstGeom>
          <a:solidFill>
            <a:srgbClr val="FAF9F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3520440"/>
            <a:ext cx="10872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⑦ 전사 체질개선 레이어 — AI-Readable 데이터 전환 · 구성원 AI Tool 활용 체계 · Squad 중심의 실행력 기반 AX전환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4023360"/>
            <a:ext cx="11055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실선 = 기발굴(’26 착수) · 점선(기울임) = 신규 발굴·’27 확장 · 금액 = ’26 경영기여 목표(억원)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손익 구조와 AX 과제 · 협의용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ASK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경영관리담당 협의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요청드리는 것은 금액이 아니라 기준입니다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① 계정별 목표 로직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75888" y="1600200"/>
            <a:ext cx="79461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각 과제 효과를 어느 계정에, 어떤 산식으로 귀속 — 특히 개발 공수 비공개의 손익 환산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350008"/>
            <a:ext cx="11055096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350008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② 매출차감의 귀속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75888" y="2350008"/>
            <a:ext cx="79461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판촉비·Sell-out 지원을 Top line 개선으로 볼지, 비용 절감으로 볼지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099816"/>
            <a:ext cx="11055096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099816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③ VI 이중계상 정리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75888" y="3099816"/>
            <a:ext cx="79461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재료비 비공개이 기 재료비 VI(연 비공개억 — 개발 비공개·구매 메모리外 +비공개)와 중복 안 되게 AX 기여분 표기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49624"/>
            <a:ext cx="11055096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849624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④ 물류비 라인 연계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75888" y="3849624"/>
            <a:ext cx="79461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이미 변동O/H 내 별도 관리되는 물류비에 재고·물동 E2E 효과를 어떻게 귀속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599432"/>
            <a:ext cx="11055096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599432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⑤ AI 운영비용 계정 신설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75888" y="4599432"/>
            <a:ext cx="79461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증가 비용을 인식하고, AX 효과를 순액으로 볼지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5349240"/>
            <a:ext cx="11055096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5486400"/>
            <a:ext cx="11055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목표 수치의 주관은 경영관리 체계, AX실은 과제→손익 계정 귀속 로직을 제공합니다.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손익 구조와 AX 과제 · 협의용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AX전략팀</dc:creator>
  <cp:lastModifiedBy>AX전략팀</cp:lastModifiedBy>
  <cp:revision>1</cp:revision>
  <dcterms:created xsi:type="dcterms:W3CDTF">2026-07-27T07:38:58Z</dcterms:created>
  <dcterms:modified xsi:type="dcterms:W3CDTF">2026-07-27T07:38:58Z</dcterms:modified>
</cp:coreProperties>
</file>